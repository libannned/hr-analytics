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123456"/>
                </a:solidFill>
              </a:rPr>
              <a:t>HR Analytics: Employee Turnover Predictor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Proposal Presentation</a:t>
            </a:r>
          </a:p>
          <a:p>
            <a:r>
              <a:t>(Concept stage based on requirement PDF + turnover dataset)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Employee turnover can be expensive and difficult to detect early.</a:t>
            </a:r>
          </a:p>
          <a:p>
            <a:pPr>
              <a:defRPr sz="2200"/>
            </a:pPr>
            <a:r>
              <a:t>Current decisions are often reactive instead of proactive.</a:t>
            </a:r>
          </a:p>
          <a:p>
            <a:pPr>
              <a:defRPr sz="2200"/>
            </a:pPr>
            <a:r>
              <a:t>We propose a predictive dashboard idea to support earlier interventions.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Project Vision (Proposed)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Build a web/mobile-style HR analytics dashboard.</a:t>
            </a:r>
          </a:p>
          <a:p>
            <a:pPr>
              <a:defRPr sz="2200"/>
            </a:pPr>
            <a:r>
              <a:t>Estimate turnover risk at employee and team level.</a:t>
            </a:r>
          </a:p>
          <a:p>
            <a:pPr>
              <a:defRPr sz="2200"/>
            </a:pPr>
            <a:r>
              <a:t>Provide actionable retention guidance for managers.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Available Inputs (Current Stage)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Requirement source: assignment PDF describing the expected solution.</a:t>
            </a:r>
          </a:p>
          <a:p>
            <a:pPr>
              <a:defRPr sz="2200"/>
            </a:pPr>
            <a:r>
              <a:t>Dataset source: turnover.csv with employee-level factors and event label.</a:t>
            </a:r>
          </a:p>
          <a:p>
            <a:pPr>
              <a:defRPr sz="2200"/>
            </a:pPr>
            <a:r>
              <a:t>No final software implementation is assumed in this proposal.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Software Requirements: Functional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Import employee data from CSV/Excel and allow manual entry.</a:t>
            </a:r>
          </a:p>
          <a:p>
            <a:pPr>
              <a:defRPr sz="2200"/>
            </a:pPr>
            <a:r>
              <a:t>Train ML models and predict turnover probability.</a:t>
            </a:r>
          </a:p>
          <a:p>
            <a:pPr>
              <a:defRPr sz="2200"/>
            </a:pPr>
            <a:r>
              <a:t>Display risk levels: Low, Medium, High.</a:t>
            </a:r>
          </a:p>
          <a:p>
            <a:pPr>
              <a:defRPr sz="2200"/>
            </a:pPr>
            <a:r>
              <a:t>Filter by department, tenure, and risk level.</a:t>
            </a:r>
          </a:p>
          <a:p>
            <a:pPr>
              <a:defRPr sz="2200"/>
            </a:pPr>
            <a:r>
              <a:t>Show at-risk employee list and suggested retention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Software Requirements: Non-Functional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Usability: simple HR-friendly dashboard interaction.</a:t>
            </a:r>
          </a:p>
          <a:p>
            <a:pPr>
              <a:defRPr sz="2200"/>
            </a:pPr>
            <a:r>
              <a:t>Performance: near-real-time scoring for typical HR datasets.</a:t>
            </a:r>
          </a:p>
          <a:p>
            <a:pPr>
              <a:defRPr sz="2200"/>
            </a:pPr>
            <a:r>
              <a:t>Reliability: handle missing values and file encoding issues.</a:t>
            </a:r>
          </a:p>
          <a:p>
            <a:pPr>
              <a:defRPr sz="2200"/>
            </a:pPr>
            <a:r>
              <a:t>Maintainability: modular architecture for future extension.</a:t>
            </a:r>
          </a:p>
          <a:p>
            <a:pPr>
              <a:defRPr sz="2200"/>
            </a:pPr>
            <a:r>
              <a:t>Privacy: controlled handling of employee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Proposed UML (High-Level Architecture)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2103120" cy="640080"/>
          </a:xfrm>
          <a:prstGeom prst="rect">
            <a:avLst/>
          </a:prstGeom>
          <a:solidFill>
            <a:srgbClr val="EBF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Streamlit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03120"/>
            <a:ext cx="2103120" cy="640080"/>
          </a:xfrm>
          <a:prstGeom prst="rect">
            <a:avLst/>
          </a:prstGeom>
          <a:solidFill>
            <a:srgbClr val="EBF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Data Loader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103120"/>
            <a:ext cx="2103120" cy="640080"/>
          </a:xfrm>
          <a:prstGeom prst="rect">
            <a:avLst/>
          </a:prstGeom>
          <a:solidFill>
            <a:srgbClr val="EBF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Model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2103120"/>
            <a:ext cx="2103120" cy="640080"/>
          </a:xfrm>
          <a:prstGeom prst="rect">
            <a:avLst/>
          </a:prstGeom>
          <a:solidFill>
            <a:srgbClr val="EBF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Risk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2103120" cy="640080"/>
          </a:xfrm>
          <a:prstGeom prst="rect">
            <a:avLst/>
          </a:prstGeom>
          <a:solidFill>
            <a:srgbClr val="EBF5FF"/>
          </a:solidFill>
          <a:ln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Recommendation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57600"/>
            <a:ext cx="11430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/>
            </a:pPr>
            <a:r>
              <a:t>Proposed relationships:</a:t>
            </a:r>
          </a:p>
          <a:p>
            <a:pPr>
              <a:defRPr sz="1600"/>
            </a:pPr>
            <a:r>
              <a:t>• Streamlit UI will orchestrate data loading, model training, scoring, and visual output.</a:t>
            </a:r>
          </a:p>
          <a:p>
            <a:pPr>
              <a:defRPr sz="1600"/>
            </a:pPr>
            <a:r>
              <a:t>• Data Loader will parse CSV/Excel and standardize schema.</a:t>
            </a:r>
          </a:p>
          <a:p>
            <a:pPr>
              <a:defRPr sz="1600"/>
            </a:pPr>
            <a:r>
              <a:t>• Model Trainer will compare candidate models and pass best model to Risk Engine.</a:t>
            </a:r>
          </a:p>
          <a:p>
            <a:pPr>
              <a:defRPr sz="1600"/>
            </a:pPr>
            <a:r>
              <a:t>• Recommendation Engine will map risk + feature signals to manager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Proposed System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1) Load employee data from turnover.csv or uploaded file</a:t>
            </a:r>
          </a:p>
          <a:p>
            <a:pPr>
              <a:defRPr sz="2200"/>
            </a:pPr>
            <a:r>
              <a:t>2) Preprocess missing/categorical/numeric values</a:t>
            </a:r>
          </a:p>
          <a:p>
            <a:pPr>
              <a:defRPr sz="2200"/>
            </a:pPr>
            <a:r>
              <a:t>3) Train and compare turnover prediction models</a:t>
            </a:r>
          </a:p>
          <a:p>
            <a:pPr>
              <a:defRPr sz="2200"/>
            </a:pPr>
            <a:r>
              <a:t>4) Select best model using ROC-AUC</a:t>
            </a:r>
          </a:p>
          <a:p>
            <a:pPr>
              <a:defRPr sz="2200"/>
            </a:pPr>
            <a:r>
              <a:t>5) Score employees and assign Low/Medium/High risk</a:t>
            </a:r>
          </a:p>
          <a:p>
            <a:pPr>
              <a:defRPr sz="2200"/>
            </a:pPr>
            <a:r>
              <a:t>6) Show dashboard filters, charts, and recommendation panel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Proposed Data Factors (turnover.csv)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Outcome label: event (1=leave, 0=stay).</a:t>
            </a:r>
          </a:p>
          <a:p>
            <a:pPr>
              <a:defRPr sz="2200"/>
            </a:pPr>
            <a:r>
              <a:t>Context factors: industry, profession, tenure (stag), coach, traffic, way, greywage.</a:t>
            </a:r>
          </a:p>
          <a:p>
            <a:pPr>
              <a:defRPr sz="2200"/>
            </a:pPr>
            <a:r>
              <a:t>Demographic factors: age, gender, head_gender.</a:t>
            </a:r>
          </a:p>
          <a:p>
            <a:pPr>
              <a:defRPr sz="2200"/>
            </a:pPr>
            <a:r>
              <a:t>Behavioral factors: extraversion, independ, selfcontrol, anxiety, novator.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Proposed Modeling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 with Logistic Regression and Random Forest as baseline candidates.</a:t>
            </a:r>
          </a:p>
          <a:p>
            <a:pPr>
              <a:defRPr sz="2200"/>
            </a:pPr>
            <a:r>
              <a:t>Use train/test split and ROC-AUC as primary selection metric.</a:t>
            </a:r>
          </a:p>
          <a:p>
            <a:pPr>
              <a:defRPr sz="2200"/>
            </a:pPr>
            <a:r>
              <a:t>Convert risk probability into action bands for HR decisions.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Proposed User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Dashboard will show risk distribution and department-level comparisons.</a:t>
            </a:r>
          </a:p>
          <a:p>
            <a:pPr>
              <a:defRPr sz="2200"/>
            </a:pPr>
            <a:r>
              <a:t>Users will filter by risk band, tenure range, and department.</a:t>
            </a:r>
          </a:p>
          <a:p>
            <a:pPr>
              <a:defRPr sz="2200"/>
            </a:pPr>
            <a:r>
              <a:t>Manual employee entry will allow hypothetical risk checks.</a:t>
            </a:r>
          </a:p>
          <a:p>
            <a:pPr>
              <a:defRPr sz="2200"/>
            </a:pPr>
            <a:r>
              <a:t>Recommendation panel will suggest next retention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Expected Value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Expected value: earlier retention action and better manager prioritization.</a:t>
            </a:r>
          </a:p>
          <a:p>
            <a:pPr>
              <a:defRPr sz="2200"/>
            </a:pPr>
            <a:r>
              <a:t>Risk: data quality and bias can affect predictions.</a:t>
            </a:r>
          </a:p>
          <a:p>
            <a:pPr>
              <a:defRPr sz="2200"/>
            </a:pPr>
            <a:r>
              <a:t>Mitigation: treat model outputs as decision support, not automated decisions.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23456"/>
                </a:solidFill>
              </a:rPr>
              <a:t>Next Steps (Proposal Roadmap)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Finalize requirement interpretation and data dictionary.</a:t>
            </a:r>
          </a:p>
          <a:p>
            <a:pPr>
              <a:defRPr sz="2200"/>
            </a:pPr>
            <a:r>
              <a:t>Implement prototype dashboard and model pipeline.</a:t>
            </a:r>
          </a:p>
          <a:p>
            <a:pPr>
              <a:defRPr sz="2200"/>
            </a:pPr>
            <a:r>
              <a:t>Validate with HR stakeholders and revise thresholds/actions.</a:t>
            </a:r>
          </a:p>
          <a:p>
            <a:pPr>
              <a:defRPr sz="2200"/>
            </a:pPr>
            <a:r>
              <a:t>Prepare deployment and governance plan.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