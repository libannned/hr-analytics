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200">
                <a:solidFill>
                  <a:srgbClr val="111827"/>
                </a:solidFill>
              </a:rPr>
              <a:t>Employee Turnover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374151"/>
                </a:solidFill>
              </a:rPr>
              <a:t>Final Project Presentation</a:t>
            </a:r>
          </a:p>
          <a:p>
            <a:r>
              <a:rPr sz="2000">
                <a:solidFill>
                  <a:srgbClr val="374151"/>
                </a:solidFill>
              </a:rPr>
              <a:t>Liban Dahir · Logan Simba · Ahmad Mouhsen</a:t>
            </a:r>
          </a:p>
          <a:p>
            <a:r>
              <a:rPr sz="2000">
                <a:solidFill>
                  <a:srgbClr val="374151"/>
                </a:solidFill>
              </a:rPr>
              <a:t>COS 470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Problem and project goal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Design, architecture, and workflow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Machine learning pipeline and risk scoring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Live demo of the running web app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AI usage, challenges, lessons learned, and team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Turnover is costly and often discovered too late.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Managers need early, practical risk signals.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Goal: predict turnover risk and provide actionable retention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Requirements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Functional Requirements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Import employee data from CSV/Excel.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Predict employee turnover probability.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Filter by department, tenure, and risk level.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Provide recommendation-focused views for at-risk employees.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8016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Non-Functional Requirements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Usable by non-technical users.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Fast interactive dashboard updates.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Modular architecture for maintainability.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Responsible handling of employee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System and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Dataset: turnover.csv (1,129 rows, 16 columns).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Target variable: event (1 = leave, 0 = stay).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Core features include tenure, role context, coaching, compensation, and behavioral factors.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Class Diagram</a:t>
            </a:r>
          </a:p>
        </p:txBody>
      </p:sp>
      <p:pic>
        <p:nvPicPr>
          <p:cNvPr id="3" name="Picture 2" descr="class_diagram_strict_u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7724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• Classes are organized by presentation, service, and data responsibilities.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• Methods and dependencies are explicit for maintainability.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• Design follows single-responsibility and separation-of-concerns principles.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Behavioral Diagram</a:t>
            </a:r>
          </a:p>
        </p:txBody>
      </p:sp>
      <p:pic>
        <p:nvPicPr>
          <p:cNvPr id="3" name="Picture 2" descr="behavio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7724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• Captures runtime sequence from app launch to prediction output.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• Shows interaction flow between UI, data loading, and risk scoring components.</a:t>
            </a:r>
          </a:p>
          <a:p>
            <a:pPr>
              <a:spcAft>
                <a:spcPts val="800"/>
              </a:spcAft>
              <a:defRPr sz="1900">
                <a:solidFill>
                  <a:srgbClr val="374151"/>
                </a:solidFill>
              </a:defRPr>
            </a:pPr>
            <a:r>
              <a:t>• Includes conditional branches for filter updates and scenario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Step 1: Preprocess (missing values + categorical encoding).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Step 2: Train/Test split for evaluation.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Step 3: Train Logistic Regression and Random Forest.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Step 4: Select best model by ROC-AUC and generate risk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Risk Scoring and HR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Low: &lt; 0.40, Medium: 0.40-0.69, High: &gt;= 0.70.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Dashboard highlights high-risk employees and department-level patterns.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Recommendations support manager follow-up, onboarding support, and coaching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Live Demo Plan (Running on Localhost)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What We Will Show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Overview KPIs and dynamic filtering.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At-risk employee table with suggested focus actions.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Scenario tab with live risk recalculation.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Guide tab for plain-English interpretation.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8016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Demo Environment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React app launched via npm run dev.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Local dataset loaded from frontend/public/data/turnover.csv.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GitHub repository ready as backup evidence.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Screenshots prepared in case of connectivity issues.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AI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Tools Used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AI assistant (Codex/ChatGPT style tooling).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Used for drafting UI structure, slide language, and diagram refinement.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Used for productivity support, not blind copy-paste.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8016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Verification and Limits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All generated content was reviewed, edited, and tested by the team.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Model/UI outputs were validated against dataset behavior.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Limitation: AI can suggest incorrect assumptions if not verified.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Challenges and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Challenges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Balancing model accuracy with interpretability for non-technical users.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Cleaning raw data and mapping unclear categorical labels.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Keeping presentation visuals readable while staying technically correct.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28016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Lessons Learned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Early architecture decisions reduce rework later.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User-facing language matters as much as model output.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</a:defRPr>
            </a:pPr>
            <a:r>
              <a:t>• Rapid prototyping + structured verification is effective.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F766E"/>
                </a:solidFill>
              </a:defRPr>
            </a:pPr>
            <a:r>
              <a:t>Contribution Summary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Liban Dahir: system integration, dashboard implementation, and presentation assembly.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Logan Simba: requirements/design support, UML refinement, and validation review.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Ahmad Mouhsen: data/model analysis support and documentation contributions.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800">
                <a:solidFill>
                  <a:srgbClr val="111827"/>
                </a:solidFill>
              </a:rP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The project delivers a working turnover-risk decision support prototype.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Next steps: stronger testing coverage, CI/CD pipeline, and explainability modules.</a:t>
            </a:r>
          </a:p>
          <a:p>
            <a:pPr>
              <a:spcAft>
                <a:spcPts val="800"/>
              </a:spcAft>
              <a:defRPr sz="2400">
                <a:solidFill>
                  <a:srgbClr val="37415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