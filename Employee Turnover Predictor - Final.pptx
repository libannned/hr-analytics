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Employee Turnover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374151"/>
                </a:solidFill>
              </a:rPr>
              <a:t>Final Presentation</a:t>
            </a:r>
          </a:p>
          <a:p>
            <a:r>
              <a:rPr sz="2000">
                <a:solidFill>
                  <a:srgbClr val="374151"/>
                </a:solidFill>
              </a:rPr>
              <a:t>Liban Dahir · Logan Simba · Ahmad Mouhsen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700">
                <a:solidFill>
                  <a:srgbClr val="374151"/>
                </a:solidFill>
              </a:defRPr>
            </a:pPr>
            <a:r>
              <a:t>Turnover is expensive and often detected too late.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Managers need early risk signals, not just historical reports.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Goal: Predict turnover risk and guide targeted retention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700">
                <a:solidFill>
                  <a:srgbClr val="374151"/>
                </a:solidFill>
              </a:defRPr>
            </a:pPr>
            <a:r>
              <a:t>Inputs: employee profile + behavioral/context factors from turnover.csv.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Output: risk score (0 to 1) and risk level (Low/Medium/High).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UI supports filtering, at-risk review, and scenario-based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Requirements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Functional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Import employee data (CSV/Excel).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Predict turnover risk for each employee.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Filter by department, tenure, and risk level.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Generate retention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53035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Non-Functional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Readable UI for non-technical users.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Fast response for interactive filtering.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Maintainable modular architecture.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Secure and responsible handling of HR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Data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700">
                <a:solidFill>
                  <a:srgbClr val="374151"/>
                </a:solidFill>
              </a:defRPr>
            </a:pPr>
            <a:r>
              <a:t>Dataset: turnover.csv (1,129 records, 16 fields).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Target: event (1 = leave, 0 = stay).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Key features: tenure, role/department, coaching, compensation, anxiety, self-control, independence.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Class Diagram</a:t>
            </a:r>
          </a:p>
        </p:txBody>
      </p:sp>
      <p:pic>
        <p:nvPicPr>
          <p:cNvPr id="3" name="Picture 2" descr="class_diagram_strict_u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68096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188720"/>
            <a:ext cx="374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• Three-layer class structure: UI, Service, and Data objects.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• Clear class responsibilities and method boundaries.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• Dependencies are explicit to keep the system maintainable.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Behavioral Diagram</a:t>
            </a:r>
          </a:p>
        </p:txBody>
      </p:sp>
      <p:pic>
        <p:nvPicPr>
          <p:cNvPr id="3" name="Picture 2" descr="behavio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68096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188720"/>
            <a:ext cx="374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• Shows end-to-end runtime flow from app open to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• Solid arrows are calls; dashed arrows are returns.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• Conditional paths cover filters and scenario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700">
                <a:solidFill>
                  <a:srgbClr val="374151"/>
                </a:solidFill>
              </a:defRPr>
            </a:pPr>
            <a:r>
              <a:t>1) Preprocess: clean missing values and encode categorical fields.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2) Split data into training and test sets.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3) Train Logistic Regression and Random Forest models.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4) Select best model by ROC-AUC and score each employee.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Risk Scoring and Decision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700">
                <a:solidFill>
                  <a:srgbClr val="374151"/>
                </a:solidFill>
              </a:defRPr>
            </a:pPr>
            <a:r>
              <a:t>Low: score &lt; 0.40 · Medium: 0.40 to 0.69 · High: &gt;= 0.70.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High-risk employees are surfaced with action-focused recommendations.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Model output is decision support, not automatic HR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Implementation Status and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Implemented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Working Streamlit dashboard with model training and risk analytics.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React frontend prototype with cleaner UI and plain-English labels.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Class and behavioral diagrams aligned to system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53035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Live Demo Flow (Tomorrow)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Load data and show summary KPIs.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Filter by department and review high-risk employees.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Run a scenario prediction and explain resulting recommendations.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Limitations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700">
                <a:solidFill>
                  <a:srgbClr val="374151"/>
                </a:solidFill>
              </a:defRPr>
            </a:pPr>
            <a:r>
              <a:t>Current model depends on historical data quality and coverage.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Next: strengthen testing, CI/CD, and explainability dashboards.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Future: fairness checks and longitudinal outcome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111827"/>
                </a:solidFill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F766E"/>
                </a:solidFill>
              </a:defRPr>
            </a:pPr>
            <a:r>
              <a:t>Discussion</a:t>
            </a:r>
          </a:p>
          <a:p>
            <a:pPr>
              <a:defRPr sz="2700">
                <a:solidFill>
                  <a:srgbClr val="374151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